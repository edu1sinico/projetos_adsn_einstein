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6" r:id="rId17"/>
    <p:sldId id="287" r:id="rId18"/>
    <p:sldId id="288" r:id="rId19"/>
    <p:sldId id="289" r:id="rId20"/>
    <p:sldId id="290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93"/>
    <p:restoredTop sz="91405"/>
  </p:normalViewPr>
  <p:slideViewPr>
    <p:cSldViewPr snapToGrid="0" snapToObjects="1">
      <p:cViewPr>
        <p:scale>
          <a:sx n="75" d="100"/>
          <a:sy n="75" d="100"/>
        </p:scale>
        <p:origin x="13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682E8C-4205-C8EF-3E8D-1DA554B06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A86D0E-24D4-FCAB-2A5E-DCD1F946E9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F787C5-0F55-9774-0210-5B3FA119C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20/02/2025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3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138" y="1568237"/>
            <a:ext cx="9941731" cy="1702424"/>
          </a:xfrm>
        </p:spPr>
        <p:txBody>
          <a:bodyPr/>
          <a:lstStyle/>
          <a:p>
            <a:pPr algn="ctr"/>
            <a:r>
              <a:rPr lang="pt-BR" sz="4400" dirty="0"/>
              <a:t>Banco de Dados Não Relacional</a:t>
            </a:r>
          </a:p>
          <a:p>
            <a:pPr algn="ctr"/>
            <a:r>
              <a:rPr lang="pt-BR" sz="4400" dirty="0" err="1"/>
              <a:t>Array</a:t>
            </a:r>
            <a:r>
              <a:rPr lang="pt-BR" sz="4400" dirty="0"/>
              <a:t>, Objetos, Datas e </a:t>
            </a:r>
            <a:r>
              <a:rPr lang="pt-BR" sz="4400" dirty="0" err="1"/>
              <a:t>Objectid</a:t>
            </a:r>
            <a:endParaRPr lang="pt-BR" sz="4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632198" y="4406030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>
          <a:xfrm>
            <a:off x="1422008" y="1173631"/>
            <a:ext cx="9927431" cy="451073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Na aula anterior vimos como inserir documentos com os tipos básicos de dados na </a:t>
            </a:r>
            <a:r>
              <a:rPr lang="pt-BR" sz="3200" dirty="0" err="1"/>
              <a:t>Collection</a:t>
            </a:r>
            <a:r>
              <a:rPr lang="pt-BR" sz="3200" dirty="0"/>
              <a:t> do </a:t>
            </a:r>
            <a:r>
              <a:rPr lang="pt-BR" sz="3200" dirty="0" err="1"/>
              <a:t>MongoDB</a:t>
            </a: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Diferente do que acontece em um banco relacional o </a:t>
            </a:r>
            <a:r>
              <a:rPr lang="pt-BR" sz="3200" dirty="0" err="1"/>
              <a:t>MongoDB</a:t>
            </a:r>
            <a:r>
              <a:rPr lang="pt-BR" sz="3200" dirty="0"/>
              <a:t> permite incluirmos um </a:t>
            </a:r>
            <a:r>
              <a:rPr lang="pt-BR" sz="3200" dirty="0" err="1"/>
              <a:t>array</a:t>
            </a:r>
            <a:r>
              <a:rPr lang="pt-BR" sz="3200" dirty="0"/>
              <a:t> como sendo um campo, para isto basta colocarmos os itens entre [ ]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documentos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0977FC-8202-4253-A238-F39893F2C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51" y="3893548"/>
            <a:ext cx="8204028" cy="236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Note que o atributo </a:t>
            </a:r>
            <a:r>
              <a:rPr lang="pt-BR" sz="3200" dirty="0" err="1"/>
              <a:t>estiloMusical</a:t>
            </a:r>
            <a:r>
              <a:rPr lang="pt-BR" sz="3200" dirty="0"/>
              <a:t> é um </a:t>
            </a:r>
            <a:r>
              <a:rPr lang="pt-BR" sz="3200" dirty="0" err="1"/>
              <a:t>array</a:t>
            </a:r>
            <a:r>
              <a:rPr lang="pt-BR" sz="3200" dirty="0"/>
              <a:t> com itens do tipo </a:t>
            </a:r>
            <a:r>
              <a:rPr lang="pt-BR" sz="3200" dirty="0" err="1"/>
              <a:t>string</a:t>
            </a:r>
            <a:r>
              <a:rPr lang="pt-BR" sz="3200" dirty="0"/>
              <a:t>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Os itens de um </a:t>
            </a:r>
            <a:r>
              <a:rPr lang="pt-BR" sz="3200" dirty="0" err="1"/>
              <a:t>array</a:t>
            </a:r>
            <a:r>
              <a:rPr lang="pt-BR" sz="3200" dirty="0"/>
              <a:t> podem ser de qualquer tipo de dado suportado pelo </a:t>
            </a:r>
            <a:r>
              <a:rPr lang="pt-BR" sz="3200" dirty="0" err="1"/>
              <a:t>MongoDB</a:t>
            </a:r>
            <a:r>
              <a:rPr lang="pt-BR" sz="3200" dirty="0"/>
              <a:t>, como </a:t>
            </a:r>
            <a:r>
              <a:rPr lang="pt-BR" sz="3200" dirty="0" err="1"/>
              <a:t>string</a:t>
            </a:r>
            <a:r>
              <a:rPr lang="pt-BR" sz="3200" dirty="0"/>
              <a:t>, data, numero, inclusive outro </a:t>
            </a:r>
            <a:r>
              <a:rPr lang="pt-BR" sz="3200" dirty="0" err="1"/>
              <a:t>array</a:t>
            </a:r>
            <a:r>
              <a:rPr lang="pt-BR" sz="3200" dirty="0"/>
              <a:t> ou até mesmo um objeto.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documentos</a:t>
            </a:r>
          </a:p>
        </p:txBody>
      </p:sp>
    </p:spTree>
    <p:extLst>
      <p:ext uri="{BB962C8B-B14F-4D97-AF65-F5344CB8AC3E}">
        <p14:creationId xmlns:p14="http://schemas.microsoft.com/office/powerpoint/2010/main" val="91178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>
          <a:xfrm>
            <a:off x="1422008" y="1289146"/>
            <a:ext cx="9927431" cy="451073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Um exemplo onde um atributo do documento é do tipo objeto: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documentos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00D51D-FC7E-453F-8884-AD2EDF15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647" y="2451657"/>
            <a:ext cx="6762971" cy="378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10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>
          <a:xfrm>
            <a:off x="1367873" y="1289146"/>
            <a:ext cx="9927431" cy="451073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Podemos detalhar mais ainda, colocando um </a:t>
            </a:r>
            <a:r>
              <a:rPr lang="pt-BR" sz="3200" dirty="0" err="1"/>
              <a:t>array</a:t>
            </a:r>
            <a:r>
              <a:rPr lang="pt-BR" sz="3200" dirty="0"/>
              <a:t> para armazenar as notas, onde o primeiro item é a nota do 1º bimestre, o segundo a nota do 2º bimestre....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documentos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2689B36-1D89-4829-9249-77BC656EE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78" y="3028330"/>
            <a:ext cx="7606019" cy="293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3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Como sabemos o </a:t>
            </a:r>
            <a:r>
              <a:rPr lang="pt-BR" sz="3200" dirty="0" err="1"/>
              <a:t>MongoDB</a:t>
            </a:r>
            <a:r>
              <a:rPr lang="pt-BR" sz="3200" dirty="0"/>
              <a:t> segue a especificação BSON, a qual armazena as datas como sendo um número inteiro de 64 bits, contendo data e hora em uma precisão de milissegundos, começando em 1º de janeiro de 1970.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Valores positivos indicam datas depois dessa data inicial, e valores negativos datas anteriores a ela.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Para pegar a data atual do sistema utilizamos a função Date()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Informar uma data que queremos gravar ou localizar utilizamos a função </a:t>
            </a:r>
            <a:r>
              <a:rPr lang="pt-BR" sz="3200" dirty="0" err="1"/>
              <a:t>ISODate</a:t>
            </a:r>
            <a:r>
              <a:rPr lang="pt-BR" sz="3200" dirty="0"/>
              <a:t>() passando uma </a:t>
            </a:r>
            <a:r>
              <a:rPr lang="pt-BR" sz="3200" dirty="0" err="1"/>
              <a:t>string</a:t>
            </a:r>
            <a:r>
              <a:rPr lang="pt-BR" sz="3200" dirty="0"/>
              <a:t> no formato “AAAA-MM-DD </a:t>
            </a:r>
            <a:r>
              <a:rPr lang="pt-BR" sz="3200" dirty="0" err="1"/>
              <a:t>hh:mm:ss</a:t>
            </a:r>
            <a:r>
              <a:rPr lang="pt-BR" sz="3200" dirty="0"/>
              <a:t>”, a hora é opcional, se não for informada o </a:t>
            </a:r>
            <a:r>
              <a:rPr lang="pt-BR" sz="3200" dirty="0" err="1"/>
              <a:t>MongoDB</a:t>
            </a:r>
            <a:r>
              <a:rPr lang="pt-BR" sz="3200" dirty="0"/>
              <a:t> vai considerar 00:00:00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datas</a:t>
            </a:r>
          </a:p>
        </p:txBody>
      </p:sp>
    </p:spTree>
    <p:extLst>
      <p:ext uri="{BB962C8B-B14F-4D97-AF65-F5344CB8AC3E}">
        <p14:creationId xmlns:p14="http://schemas.microsoft.com/office/powerpoint/2010/main" val="161982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Para incluir um atributo do tipo data precisamos utilizar o prefixo </a:t>
            </a:r>
            <a:r>
              <a:rPr lang="pt-BR" sz="3200" b="1" dirty="0"/>
              <a:t>new</a:t>
            </a:r>
            <a:r>
              <a:rPr lang="pt-BR" sz="3200" dirty="0"/>
              <a:t> antes da função: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datas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6F19E2-DC9D-450B-AD5B-24318D4DD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470" y="2810291"/>
            <a:ext cx="9760828" cy="282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6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Utilizando o </a:t>
            </a:r>
            <a:r>
              <a:rPr lang="pt-BR" sz="3200" dirty="0" err="1"/>
              <a:t>find</a:t>
            </a:r>
            <a:r>
              <a:rPr lang="pt-BR" sz="3200" dirty="0"/>
              <a:t> para ver os dados incluídos: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datas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1FEA2F-41E3-4B96-B851-88C1526F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470" y="2284812"/>
            <a:ext cx="9433086" cy="347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9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Quando não definimos um valor para o campo _id, ele é criado automaticamente contendo um </a:t>
            </a:r>
            <a:r>
              <a:rPr lang="pt-BR" sz="3200" dirty="0" err="1"/>
              <a:t>objectId</a:t>
            </a: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O campo _id é indexado, ou seja o </a:t>
            </a:r>
            <a:r>
              <a:rPr lang="pt-BR" sz="3200" dirty="0" err="1"/>
              <a:t>MongoDB</a:t>
            </a:r>
            <a:r>
              <a:rPr lang="pt-BR" sz="3200" dirty="0"/>
              <a:t> cria automaticamente um índice utilizando esse campo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Esse campo funciona de forma parecida com a chave primaria de um banco relacional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O </a:t>
            </a:r>
            <a:r>
              <a:rPr lang="pt-BR" sz="3200" dirty="0" err="1"/>
              <a:t>objectId</a:t>
            </a:r>
            <a:r>
              <a:rPr lang="pt-BR" sz="3200" dirty="0"/>
              <a:t> contem, entre outras informações: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Um contador sequencial que vai sempre incrementando 1 ao ser incluído um novo documento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A data e hora que o documento foi criado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objectid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8685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Para checarmos quando o documento foi criado, vamos utilizar a função </a:t>
            </a:r>
            <a:r>
              <a:rPr lang="pt-BR" sz="3200" dirty="0" err="1"/>
              <a:t>getTimestamp</a:t>
            </a:r>
            <a:r>
              <a:rPr lang="pt-BR" sz="3200" dirty="0"/>
              <a:t>() que retorna a data e hora do </a:t>
            </a:r>
            <a:r>
              <a:rPr lang="pt-BR" sz="3200" dirty="0" err="1"/>
              <a:t>objectId</a:t>
            </a: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Para isso não podemos utilizar o comando </a:t>
            </a:r>
            <a:r>
              <a:rPr lang="pt-BR" sz="3200" dirty="0" err="1"/>
              <a:t>find</a:t>
            </a:r>
            <a:r>
              <a:rPr lang="pt-BR" sz="3200" dirty="0"/>
              <a:t>(), precisamos utilizar um comando muito parecido o </a:t>
            </a:r>
            <a:r>
              <a:rPr lang="pt-BR" sz="3200" dirty="0" err="1"/>
              <a:t>findOne</a:t>
            </a:r>
            <a:r>
              <a:rPr lang="pt-BR" sz="3200" dirty="0"/>
              <a:t>(), onde a única diferença é que ele retorna apenas o primeiro registro encontrado.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Por retornar sempre apenas um registro, o </a:t>
            </a:r>
            <a:r>
              <a:rPr lang="pt-BR" sz="3200" dirty="0" err="1"/>
              <a:t>findOne</a:t>
            </a:r>
            <a:r>
              <a:rPr lang="pt-BR" sz="3200" dirty="0"/>
              <a:t> permite que seja definido qual campo queremos ver (apenas um)</a:t>
            </a: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Pegando a data do </a:t>
            </a:r>
            <a:r>
              <a:rPr lang="pt-BR" dirty="0" err="1"/>
              <a:t>objectid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262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Utilizando o </a:t>
            </a:r>
            <a:r>
              <a:rPr lang="pt-BR" sz="3200" dirty="0" err="1"/>
              <a:t>findOne</a:t>
            </a:r>
            <a:r>
              <a:rPr lang="pt-BR" sz="3200" dirty="0"/>
              <a:t>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Definindo qual atributo queremos ver, basca colocar o nome do atributo na frente do comando</a:t>
            </a: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Pegando a data do </a:t>
            </a:r>
            <a:r>
              <a:rPr lang="pt-BR" dirty="0" err="1"/>
              <a:t>objectid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E1F869-D6E8-4DF4-87B8-42E903517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16" y="2161410"/>
            <a:ext cx="4932817" cy="176171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A57CFE0-DB78-441A-BBFE-559FD2DD5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513" y="5106434"/>
            <a:ext cx="5205821" cy="103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51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Extraindo a data e hora do </a:t>
            </a:r>
            <a:r>
              <a:rPr lang="pt-BR" sz="3200" dirty="0" err="1"/>
              <a:t>objectId</a:t>
            </a:r>
            <a:r>
              <a:rPr lang="pt-BR" sz="3200" dirty="0"/>
              <a:t>: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A função </a:t>
            </a:r>
            <a:r>
              <a:rPr lang="pt-BR" sz="3200" dirty="0" err="1"/>
              <a:t>getTimestamp</a:t>
            </a:r>
            <a:r>
              <a:rPr lang="pt-BR" sz="3200" dirty="0"/>
              <a:t>() mostra a data e a hora de criação que esta gravada dentro de um </a:t>
            </a:r>
            <a:r>
              <a:rPr lang="pt-BR" sz="3200" dirty="0" err="1"/>
              <a:t>objectId</a:t>
            </a: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Ele não grava os milissegundos, note que sempre será 000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Pegando a data do </a:t>
            </a:r>
            <a:r>
              <a:rPr lang="pt-BR" dirty="0" err="1"/>
              <a:t>objectid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41FF0B2-99D3-4A2C-958C-03536B4E1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164" y="2348927"/>
            <a:ext cx="7510667" cy="108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Para não perder as informações que o </a:t>
            </a:r>
            <a:r>
              <a:rPr lang="pt-BR" sz="3200" dirty="0" err="1"/>
              <a:t>MongoDB</a:t>
            </a:r>
            <a:r>
              <a:rPr lang="pt-BR" sz="3200" dirty="0"/>
              <a:t> coloca no _id quando ele é criado automaticamente, alguns desenvolvedores criam um segundo campo id contendo um numero sequencial para facilitar o acesso ao documento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Dessa forma o documento fica com: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_id contendo um </a:t>
            </a:r>
            <a:r>
              <a:rPr lang="pt-BR" sz="2800" dirty="0" err="1"/>
              <a:t>objectid</a:t>
            </a:r>
            <a:r>
              <a:rPr lang="pt-BR" sz="2800" dirty="0"/>
              <a:t> criado automaticamente</a:t>
            </a:r>
          </a:p>
          <a:p>
            <a:pPr marL="944792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Um campo id informado pelo desenvolvedor contendo um numero sequencial. Esse atributo não terá um índice criado automaticamente com o _id, se for necessário o índice deverá ser criado manualmente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o id</a:t>
            </a:r>
          </a:p>
        </p:txBody>
      </p:sp>
    </p:spTree>
    <p:extLst>
      <p:ext uri="{BB962C8B-B14F-4D97-AF65-F5344CB8AC3E}">
        <p14:creationId xmlns:p14="http://schemas.microsoft.com/office/powerpoint/2010/main" val="1696258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o id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DFB3B09-5EC2-4780-A649-CA24EEA7AE3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1126"/>
          <a:stretch/>
        </p:blipFill>
        <p:spPr>
          <a:xfrm>
            <a:off x="3056351" y="1499687"/>
            <a:ext cx="5740400" cy="4235450"/>
          </a:xfrm>
        </p:spPr>
      </p:pic>
    </p:spTree>
    <p:extLst>
      <p:ext uri="{BB962C8B-B14F-4D97-AF65-F5344CB8AC3E}">
        <p14:creationId xmlns:p14="http://schemas.microsoft.com/office/powerpoint/2010/main" val="2521559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o id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338197E-FA37-432D-A464-A56596FB5BD1}"/>
              </a:ext>
            </a:extLst>
          </p:cNvPr>
          <p:cNvSpPr txBox="1">
            <a:spLocks/>
          </p:cNvSpPr>
          <p:nvPr/>
        </p:nvSpPr>
        <p:spPr>
          <a:xfrm>
            <a:off x="1143000" y="1409351"/>
            <a:ext cx="9905999" cy="513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3200" dirty="0"/>
              <a:t>Checando os dados inseridos</a:t>
            </a:r>
          </a:p>
          <a:p>
            <a:pPr lvl="1">
              <a:lnSpc>
                <a:spcPct val="100000"/>
              </a:lnSpc>
            </a:pPr>
            <a:r>
              <a:rPr lang="pt-BR" sz="2400" dirty="0"/>
              <a:t>Temos nosso id sequencial</a:t>
            </a:r>
          </a:p>
          <a:p>
            <a:pPr lvl="1">
              <a:lnSpc>
                <a:spcPct val="100000"/>
              </a:lnSpc>
            </a:pPr>
            <a:r>
              <a:rPr lang="pt-BR" sz="2400" dirty="0"/>
              <a:t>O </a:t>
            </a:r>
            <a:r>
              <a:rPr lang="pt-BR" sz="2400" dirty="0" err="1"/>
              <a:t>MongoDB</a:t>
            </a:r>
            <a:r>
              <a:rPr lang="pt-BR" sz="2400" dirty="0"/>
              <a:t> inseriu </a:t>
            </a:r>
            <a:r>
              <a:rPr lang="pt-BR" sz="2400" dirty="0" err="1"/>
              <a:t>automa</a:t>
            </a:r>
            <a:r>
              <a:rPr lang="pt-BR" sz="2400" dirty="0"/>
              <a:t>-</a:t>
            </a:r>
            <a:br>
              <a:rPr lang="pt-BR" sz="2400" dirty="0"/>
            </a:br>
            <a:r>
              <a:rPr lang="pt-BR" sz="2400" dirty="0" err="1"/>
              <a:t>ticamente</a:t>
            </a:r>
            <a:r>
              <a:rPr lang="pt-BR" sz="2400" dirty="0"/>
              <a:t>  o _id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B3ACAFF-2A39-494F-988E-BBCE39827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207" y="2243667"/>
            <a:ext cx="6093167" cy="39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51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0B4AD60-D0B4-AB02-518F-94513D4CD8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2000" b="1" dirty="0"/>
              <a:t>Exercício 1: Criando um Banco de Dados e Inserindo Documentos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Criar um novo banco de dados chamado </a:t>
            </a:r>
            <a:r>
              <a:rPr lang="pt-BR" sz="2000" b="1" dirty="0"/>
              <a:t>biblioteca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/>
              <a:t>Criar uma </a:t>
            </a:r>
            <a:r>
              <a:rPr lang="pt-BR" sz="2000" dirty="0" err="1"/>
              <a:t>collection</a:t>
            </a:r>
            <a:r>
              <a:rPr lang="pt-BR" sz="2000" dirty="0"/>
              <a:t> chamada </a:t>
            </a:r>
            <a:r>
              <a:rPr lang="pt-BR" sz="2000" b="1" dirty="0"/>
              <a:t>livros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/>
              <a:t>Inserir os seguintes documentos na </a:t>
            </a:r>
            <a:r>
              <a:rPr lang="pt-BR" sz="2000" dirty="0" err="1"/>
              <a:t>collection</a:t>
            </a:r>
            <a:r>
              <a:rPr lang="pt-BR" sz="2000" dirty="0"/>
              <a:t> </a:t>
            </a:r>
            <a:r>
              <a:rPr lang="pt-BR" sz="2000" dirty="0" err="1"/>
              <a:t>livros:json</a:t>
            </a:r>
            <a:endParaRPr lang="pt-BR" sz="2000" dirty="0"/>
          </a:p>
          <a:p>
            <a:pPr rtl="0"/>
            <a:r>
              <a:rPr lang="pt-BR" sz="2000" dirty="0"/>
              <a:t>   { "titulo": "Dom Casmurro", "autor": "Machado de Assis", "ano": 1899 } </a:t>
            </a:r>
            <a:br>
              <a:rPr lang="pt-BR" sz="2000" dirty="0"/>
            </a:br>
            <a:r>
              <a:rPr lang="pt-BR" sz="2000" dirty="0"/>
              <a:t>   { "titulo": "1984", "autor": "George Orwell", "ano": 1949 } </a:t>
            </a:r>
            <a:br>
              <a:rPr lang="pt-BR" sz="2000" dirty="0"/>
            </a:br>
            <a:r>
              <a:rPr lang="pt-BR" sz="2000" dirty="0"/>
              <a:t>   { "titulo": "O Pequeno Príncipe", "autor": "Antoine de Saint-Exupéry", "ano": 1943 } 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Exibir todos os documentos da </a:t>
            </a:r>
            <a:r>
              <a:rPr lang="pt-BR" sz="2000" dirty="0" err="1"/>
              <a:t>collection</a:t>
            </a:r>
            <a:r>
              <a:rPr lang="pt-BR" sz="2000" dirty="0"/>
              <a:t> </a:t>
            </a:r>
            <a:r>
              <a:rPr lang="pt-BR" sz="2000" b="1" dirty="0"/>
              <a:t>livros</a:t>
            </a:r>
          </a:p>
          <a:p>
            <a:endParaRPr lang="pt-BR" sz="20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907376C-E140-E5F9-2281-AAB78C53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2785827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532465C-34FE-8299-5B9D-9E07CAEFB3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2000" b="1" dirty="0"/>
              <a:t>Exercício 2: Trabalhando com Dados no </a:t>
            </a:r>
            <a:r>
              <a:rPr lang="pt-BR" sz="2000" b="1" dirty="0" err="1"/>
              <a:t>MongoDB</a:t>
            </a:r>
            <a:endParaRPr lang="pt-BR" sz="2000" b="1" dirty="0"/>
          </a:p>
          <a:p>
            <a:pPr>
              <a:buFont typeface="+mj-lt"/>
              <a:buAutoNum type="arabicPeriod"/>
            </a:pPr>
            <a:r>
              <a:rPr lang="pt-BR" sz="2000" dirty="0"/>
              <a:t>Criar um banco de dados chamado </a:t>
            </a:r>
            <a:r>
              <a:rPr lang="pt-BR" sz="2000" b="1" dirty="0"/>
              <a:t>escola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Criar uma </a:t>
            </a:r>
            <a:r>
              <a:rPr lang="pt-BR" sz="2000" dirty="0" err="1"/>
              <a:t>collection</a:t>
            </a:r>
            <a:r>
              <a:rPr lang="pt-BR" sz="2000" dirty="0"/>
              <a:t> chamada </a:t>
            </a:r>
            <a:r>
              <a:rPr lang="pt-BR" sz="2000" b="1" dirty="0"/>
              <a:t>alunos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Inserir os seguintes documentos na </a:t>
            </a:r>
            <a:r>
              <a:rPr lang="pt-BR" sz="2000" dirty="0" err="1"/>
              <a:t>collection</a:t>
            </a:r>
            <a:r>
              <a:rPr lang="pt-BR" sz="2000" dirty="0"/>
              <a:t> </a:t>
            </a:r>
            <a:r>
              <a:rPr lang="pt-BR" sz="2000" dirty="0" err="1"/>
              <a:t>alunos:json</a:t>
            </a:r>
            <a:endParaRPr lang="pt-BR" sz="2000" dirty="0"/>
          </a:p>
          <a:p>
            <a:pPr rtl="0"/>
            <a:r>
              <a:rPr lang="pt-BR" sz="2000" dirty="0"/>
              <a:t>{ "nome": "Ana Souza", "idade": 17, "nota": 9.5 } </a:t>
            </a:r>
            <a:br>
              <a:rPr lang="pt-BR" sz="2000" dirty="0"/>
            </a:br>
            <a:r>
              <a:rPr lang="pt-BR" sz="2000" dirty="0"/>
              <a:t>{ "nome": "Carlos Lima", "idade": 16, "nota": 8.7 } </a:t>
            </a:r>
            <a:br>
              <a:rPr lang="pt-BR" sz="2000" dirty="0"/>
            </a:br>
            <a:r>
              <a:rPr lang="pt-BR" sz="2000" dirty="0"/>
              <a:t>{ "nome": "Beatriz Costa", "idade": 18, "nota": 7.9 } </a:t>
            </a:r>
          </a:p>
          <a:p>
            <a:r>
              <a:rPr lang="pt-BR" sz="2000" dirty="0"/>
              <a:t>4</a:t>
            </a:r>
            <a:r>
              <a:rPr lang="pt-BR" sz="2000" b="1" dirty="0"/>
              <a:t>. </a:t>
            </a:r>
            <a:r>
              <a:rPr lang="pt-BR" sz="2000" dirty="0"/>
              <a:t>Exibir apenas os alunos com nota maior que 8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CF95A31-5692-D67E-A84B-1D02FE1A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3614615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73992DF-36F5-28B6-B707-47E6DA4104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2000" b="1" dirty="0"/>
              <a:t>3. Desafio: Gerenciando um Sistema de Pedidos</a:t>
            </a:r>
          </a:p>
          <a:p>
            <a:r>
              <a:rPr lang="pt-BR" sz="2000" dirty="0"/>
              <a:t>Você foi contratado para modelar um banco de dados para um pequeno sistema de pedidos de uma loja.</a:t>
            </a:r>
          </a:p>
          <a:p>
            <a:r>
              <a:rPr lang="pt-BR" sz="2000" b="1" dirty="0"/>
              <a:t>Tarefas: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Criar um banco de dados chamado </a:t>
            </a:r>
            <a:r>
              <a:rPr lang="pt-BR" sz="2000" b="1" dirty="0"/>
              <a:t>loja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Criar uma </a:t>
            </a:r>
            <a:r>
              <a:rPr lang="pt-BR" sz="2000" dirty="0" err="1"/>
              <a:t>collection</a:t>
            </a:r>
            <a:r>
              <a:rPr lang="pt-BR" sz="2000" dirty="0"/>
              <a:t> chamada </a:t>
            </a:r>
            <a:r>
              <a:rPr lang="pt-BR" sz="2000" b="1" dirty="0"/>
              <a:t>pedidos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Inserir os seguintes documentos na </a:t>
            </a:r>
            <a:r>
              <a:rPr lang="pt-BR" sz="2000" dirty="0" err="1"/>
              <a:t>collection</a:t>
            </a:r>
            <a:r>
              <a:rPr lang="pt-BR" sz="2000" dirty="0"/>
              <a:t> </a:t>
            </a:r>
            <a:r>
              <a:rPr lang="pt-BR" sz="2000" dirty="0" err="1"/>
              <a:t>pedidos:json</a:t>
            </a:r>
            <a:endParaRPr lang="pt-BR" sz="20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9985F8D-4D82-A072-9CCD-9B731D49B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1099105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24EE254-75CA-3046-52FF-839F4B08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D08286B-1631-38A9-EEE0-FE02EF008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183" y="1693748"/>
            <a:ext cx="6633633" cy="424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42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586BE6C-B28E-2C16-A76D-5DF9AC6424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2000" dirty="0"/>
              <a:t>4. Consultar todos os pedidos realizados a partir do dia 2025-02-19</a:t>
            </a:r>
          </a:p>
          <a:p>
            <a:r>
              <a:rPr lang="pt-BR" sz="2000" dirty="0"/>
              <a:t>5. Buscar pedidos cujo valor total seja maior que 1000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8CB5211-99B8-251C-BA09-B748ECEC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269557738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895</TotalTime>
  <Words>926</Words>
  <Application>Microsoft Macintosh PowerPoint</Application>
  <PresentationFormat>Widescreen</PresentationFormat>
  <Paragraphs>83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1_Tema do Office</vt:lpstr>
      <vt:lpstr>Apresentação do PowerPoint</vt:lpstr>
      <vt:lpstr>Inserindo documentos</vt:lpstr>
      <vt:lpstr>Inserindo documentos</vt:lpstr>
      <vt:lpstr>Inserindo documentos</vt:lpstr>
      <vt:lpstr>Inserindo documentos</vt:lpstr>
      <vt:lpstr>Trabalhando com datas</vt:lpstr>
      <vt:lpstr>Trabalhando com datas</vt:lpstr>
      <vt:lpstr>Trabalhando com datas</vt:lpstr>
      <vt:lpstr>objectid</vt:lpstr>
      <vt:lpstr>Pegando a data do objectid</vt:lpstr>
      <vt:lpstr>Pegando a data do objectid</vt:lpstr>
      <vt:lpstr>Pegando a data do objectid</vt:lpstr>
      <vt:lpstr>Trabalhando com o id</vt:lpstr>
      <vt:lpstr>Trabalhando com o id</vt:lpstr>
      <vt:lpstr>Trabalhando com o id</vt:lpstr>
      <vt:lpstr>Exercícios</vt:lpstr>
      <vt:lpstr>Exercícios</vt:lpstr>
      <vt:lpstr>Exercícios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</cp:lastModifiedBy>
  <cp:revision>27</cp:revision>
  <dcterms:created xsi:type="dcterms:W3CDTF">2019-06-26T14:54:25Z</dcterms:created>
  <dcterms:modified xsi:type="dcterms:W3CDTF">2025-02-20T14:06:25Z</dcterms:modified>
</cp:coreProperties>
</file>