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1838"/>
  </p:normalViewPr>
  <p:slideViewPr>
    <p:cSldViewPr snapToGrid="0" snapToObjects="1">
      <p:cViewPr varScale="1">
        <p:scale>
          <a:sx n="116" d="100"/>
          <a:sy n="116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72BE9B6-FDC5-4241-9BD4-0D8A4E31A5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32DA44-49F0-E24F-BCF9-87F822A42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46A203-F5C0-1245-8E4B-39AA5132B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06/02/2025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5869" y="1447052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Introdução a Banco de Dados Não Relacional</a:t>
            </a:r>
          </a:p>
          <a:p>
            <a:pPr algn="ctr"/>
            <a:endParaRPr lang="pt-BR" sz="5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200" y="342900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Bancos de Dados não relacionais – </a:t>
            </a:r>
            <a:r>
              <a:rPr lang="pt-BR" sz="3200" dirty="0" err="1"/>
              <a:t>NoSQL</a:t>
            </a:r>
            <a:endParaRPr lang="pt-BR" sz="3200" dirty="0"/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 que são?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Diferenças para o banco relacional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Tipos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 err="1"/>
              <a:t>MongoDB</a:t>
            </a:r>
            <a:endParaRPr lang="pt-BR" sz="3200" dirty="0"/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Estrutura do banco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 err="1"/>
              <a:t>Database</a:t>
            </a:r>
            <a:r>
              <a:rPr lang="pt-BR" sz="2800" dirty="0"/>
              <a:t>, </a:t>
            </a:r>
            <a:r>
              <a:rPr lang="pt-BR" sz="2800" dirty="0" err="1"/>
              <a:t>Collection</a:t>
            </a:r>
            <a:r>
              <a:rPr lang="pt-BR" sz="2800" dirty="0"/>
              <a:t> e </a:t>
            </a:r>
            <a:r>
              <a:rPr lang="pt-BR" sz="2800" dirty="0" err="1"/>
              <a:t>Document</a:t>
            </a:r>
            <a:endParaRPr lang="pt-BR" sz="2800" dirty="0"/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Validações de dados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Manutenção de documentos (CRUD)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Queries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Índices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</p:spTree>
    <p:extLst>
      <p:ext uri="{BB962C8B-B14F-4D97-AF65-F5344CB8AC3E}">
        <p14:creationId xmlns:p14="http://schemas.microsoft.com/office/powerpoint/2010/main" val="41082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Um banco relacional se baseia no conceito de relação, criando tabelas relacionadas entre si, e gerando meios de proteção para interligar essas tabelas mantendo a integridade de seus dados. 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Todo o controle necessário para a relação entre essas tabelas tem um custo alto de poder de processamento, fazendo com que a necessidade de hardware cresça muito mais rapidamente que o próprio banco de dados.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Depende de um esquema bem definido já na criação da estrutura do banco de dados.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relacionais</a:t>
            </a:r>
          </a:p>
        </p:txBody>
      </p:sp>
    </p:spTree>
    <p:extLst>
      <p:ext uri="{BB962C8B-B14F-4D97-AF65-F5344CB8AC3E}">
        <p14:creationId xmlns:p14="http://schemas.microsoft.com/office/powerpoint/2010/main" val="254038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No banco não relacional perdemos essa relação entre tabelas, tem esquemas flexíveis podendo ir se ajustando conforme for surgindo novas necessidades de armazenamento de dados.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Por não possuir todo o controle da relação entre os dados (tabelas) seu custo (de poder de processamento ) é menor fazendo com que sua escalabilidade seja mais barata e menos trabalhosa.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Popularmente conhecidos como </a:t>
            </a:r>
            <a:r>
              <a:rPr lang="pt-BR" sz="2800" dirty="0" err="1"/>
              <a:t>NoSQL</a:t>
            </a:r>
            <a:r>
              <a:rPr lang="pt-BR" sz="2800" dirty="0"/>
              <a:t> (</a:t>
            </a:r>
            <a:r>
              <a:rPr lang="pt-BR" sz="2800" dirty="0" err="1"/>
              <a:t>Not</a:t>
            </a:r>
            <a:r>
              <a:rPr lang="pt-BR" sz="2800" dirty="0"/>
              <a:t> Only SQL)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Essa nomenclatura se refere ao fato dos comandos utilizados em bancos relacionais serem chamados de SQL.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</a:t>
            </a:r>
          </a:p>
        </p:txBody>
      </p:sp>
    </p:spTree>
    <p:extLst>
      <p:ext uri="{BB962C8B-B14F-4D97-AF65-F5344CB8AC3E}">
        <p14:creationId xmlns:p14="http://schemas.microsoft.com/office/powerpoint/2010/main" val="52946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Uma das primícias básicas dos bancos relacionais é evitar a duplicidade de dados, fazendo com que o desenvolvedor projete seu banco pensando nisso.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Já um banco </a:t>
            </a:r>
            <a:r>
              <a:rPr lang="pt-BR" sz="2800" dirty="0" err="1"/>
              <a:t>NoSQL</a:t>
            </a:r>
            <a:r>
              <a:rPr lang="pt-BR" sz="2800" dirty="0"/>
              <a:t> aceita e até encoraja a duplicidade de dados, focando assim em um banco com a resposta mais rápida possível, tendo os dados necessários próximos sem ter que fazer consultas em outras partes do banco para pegar esses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</a:t>
            </a:r>
          </a:p>
        </p:txBody>
      </p:sp>
    </p:spTree>
    <p:extLst>
      <p:ext uri="{BB962C8B-B14F-4D97-AF65-F5344CB8AC3E}">
        <p14:creationId xmlns:p14="http://schemas.microsoft.com/office/powerpoint/2010/main" val="157455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Todos os bancos relacionais trabalham e organizam os dados da mesma forma, criando tabelas e relações entre as mesmas, com chaves estrangeiras validando essas relações.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Em se tratando de bancos não relacionais temos diversos tipos diferentes de bancos de dados, cada modelo adequado a uma necessidade diferente e trabalhando de forma diferente.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seguir estão listados os 4 principais tipos de bancos  </a:t>
            </a:r>
            <a:r>
              <a:rPr lang="pt-BR" sz="2800" dirty="0" err="1"/>
              <a:t>NoSQL</a:t>
            </a:r>
            <a:r>
              <a:rPr lang="pt-BR" sz="2800" dirty="0"/>
              <a:t>.</a:t>
            </a:r>
            <a:endParaRPr lang="pt-BR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</a:t>
            </a:r>
          </a:p>
        </p:txBody>
      </p:sp>
    </p:spTree>
    <p:extLst>
      <p:ext uri="{BB962C8B-B14F-4D97-AF65-F5344CB8AC3E}">
        <p14:creationId xmlns:p14="http://schemas.microsoft.com/office/powerpoint/2010/main" val="399199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Banco de dados chave/valor (</a:t>
            </a:r>
            <a:r>
              <a:rPr lang="pt-BR" sz="2800" dirty="0" err="1"/>
              <a:t>key</a:t>
            </a:r>
            <a:r>
              <a:rPr lang="pt-BR" sz="2800" dirty="0"/>
              <a:t>/</a:t>
            </a:r>
            <a:r>
              <a:rPr lang="pt-BR" sz="2800" dirty="0" err="1"/>
              <a:t>value</a:t>
            </a:r>
            <a:r>
              <a:rPr lang="pt-BR" sz="2800" dirty="0"/>
              <a:t>)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Armazenam objetos indexados por chaves, possibilitando a busca a partir dessas chaves.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Também conhecidos como tabelas de </a:t>
            </a:r>
            <a:r>
              <a:rPr lang="pt-BR" sz="2400" dirty="0" err="1"/>
              <a:t>hash</a:t>
            </a:r>
            <a:r>
              <a:rPr lang="pt-BR" sz="2400" dirty="0"/>
              <a:t> distribuídas.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Alguns bancos desse padrão: </a:t>
            </a:r>
            <a:r>
              <a:rPr lang="pt-BR" sz="2400" dirty="0" err="1"/>
              <a:t>DynamoDL</a:t>
            </a:r>
            <a:r>
              <a:rPr lang="pt-BR" sz="2400" dirty="0"/>
              <a:t>, </a:t>
            </a:r>
            <a:r>
              <a:rPr lang="pt-BR" sz="2400" dirty="0" err="1"/>
              <a:t>Riak</a:t>
            </a:r>
            <a:r>
              <a:rPr lang="pt-BR" sz="2400" dirty="0"/>
              <a:t>, Azure </a:t>
            </a:r>
            <a:r>
              <a:rPr lang="pt-BR" sz="2400" dirty="0" err="1"/>
              <a:t>Table</a:t>
            </a:r>
            <a:r>
              <a:rPr lang="pt-BR" sz="2400" dirty="0"/>
              <a:t> </a:t>
            </a:r>
            <a:r>
              <a:rPr lang="pt-BR" sz="2400" dirty="0" err="1"/>
              <a:t>Storage</a:t>
            </a:r>
            <a:r>
              <a:rPr lang="pt-BR" sz="2400" dirty="0"/>
              <a:t>, Berkeley DB...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 - tipos</a:t>
            </a:r>
          </a:p>
        </p:txBody>
      </p:sp>
    </p:spTree>
    <p:extLst>
      <p:ext uri="{BB962C8B-B14F-4D97-AF65-F5344CB8AC3E}">
        <p14:creationId xmlns:p14="http://schemas.microsoft.com/office/powerpoint/2010/main" val="353030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Banco de dados orientado a documentos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Seus documentos são uma coleção de atributos e valores, podendo ser multivalorado (pode conter </a:t>
            </a:r>
            <a:r>
              <a:rPr lang="pt-BR" sz="2400" dirty="0" err="1"/>
              <a:t>arrays</a:t>
            </a:r>
            <a:r>
              <a:rPr lang="pt-BR" sz="2400" dirty="0"/>
              <a:t> dentro do documento).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Em geral seus documentos não precisam possuir estrutura em comum, o que faz com que eles sejam uma boa opção para armazenamento de dados </a:t>
            </a:r>
            <a:r>
              <a:rPr lang="pt-BR" sz="2400" dirty="0" err="1"/>
              <a:t>semi</a:t>
            </a:r>
            <a:r>
              <a:rPr lang="pt-BR" sz="2400" dirty="0"/>
              <a:t> estruturados.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Alguns bancos desse padrão: </a:t>
            </a:r>
            <a:r>
              <a:rPr lang="pt-BR" sz="2400" b="1" dirty="0" err="1"/>
              <a:t>MongoDB</a:t>
            </a:r>
            <a:r>
              <a:rPr lang="pt-BR" sz="2400" dirty="0"/>
              <a:t>, </a:t>
            </a:r>
            <a:r>
              <a:rPr lang="pt-BR" sz="2400" dirty="0" err="1"/>
              <a:t>CouchDB</a:t>
            </a:r>
            <a:r>
              <a:rPr lang="pt-BR" sz="2400" dirty="0"/>
              <a:t>, </a:t>
            </a:r>
            <a:r>
              <a:rPr lang="pt-BR" sz="2400" dirty="0" err="1"/>
              <a:t>RavenDb</a:t>
            </a:r>
            <a:r>
              <a:rPr lang="pt-BR" sz="2400" dirty="0"/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 - tipos</a:t>
            </a:r>
          </a:p>
        </p:txBody>
      </p:sp>
    </p:spTree>
    <p:extLst>
      <p:ext uri="{BB962C8B-B14F-4D97-AF65-F5344CB8AC3E}">
        <p14:creationId xmlns:p14="http://schemas.microsoft.com/office/powerpoint/2010/main" val="374396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Banco de dados de família de colunas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Um banco relacional guarda os dados dos registros de forma continua no disco, fazendo com que seja rápido ler todos os campos de um registro (linha da tabela)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Um banco de família de colunas inverte essa gravação, salvando os dados das colunas em sequencia, fazendo que a leitura de apenas algumas (ou uma) colunas da tabela seja extremamente rápido.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Sua desvantagem é que a gravação do registro é bem mais custosa do que em um banco tradicional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Alguns bancos: </a:t>
            </a:r>
            <a:r>
              <a:rPr lang="pt-BR" sz="2400" dirty="0" err="1"/>
              <a:t>Bigtable</a:t>
            </a:r>
            <a:r>
              <a:rPr lang="pt-BR" sz="2400" dirty="0"/>
              <a:t>, </a:t>
            </a:r>
            <a:r>
              <a:rPr lang="pt-BR" sz="2400" dirty="0" err="1"/>
              <a:t>Hadoop</a:t>
            </a:r>
            <a:r>
              <a:rPr lang="pt-BR" sz="2400" dirty="0"/>
              <a:t>, Cassandra, </a:t>
            </a:r>
            <a:r>
              <a:rPr lang="pt-BR" sz="2400" dirty="0" err="1"/>
              <a:t>Amazon</a:t>
            </a:r>
            <a:r>
              <a:rPr lang="pt-BR" sz="2400" dirty="0"/>
              <a:t> </a:t>
            </a:r>
            <a:r>
              <a:rPr lang="pt-BR" sz="2400" dirty="0" err="1"/>
              <a:t>SimpleDB</a:t>
            </a:r>
            <a:r>
              <a:rPr lang="pt-BR" sz="2400" dirty="0"/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 - tipos</a:t>
            </a:r>
          </a:p>
        </p:txBody>
      </p:sp>
    </p:spTree>
    <p:extLst>
      <p:ext uri="{BB962C8B-B14F-4D97-AF65-F5344CB8AC3E}">
        <p14:creationId xmlns:p14="http://schemas.microsoft.com/office/powerpoint/2010/main" val="65506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AABBC-4D12-4721-B508-72A8A6F63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Banco de dados de grafos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Está diretamente relacionado a um modelo de dados especifico, o modelo de grafos.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Sua função é representar os dados como grafos dirigidos, ou como estruturas que generalizem a noção de grafos.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Possui três componentes básicos:</a:t>
            </a:r>
          </a:p>
          <a:p>
            <a:pPr lvl="2"/>
            <a:r>
              <a:rPr lang="pt-BR" sz="2200" dirty="0"/>
              <a:t>Nós – são os vértices do grafo</a:t>
            </a:r>
          </a:p>
          <a:p>
            <a:pPr lvl="2"/>
            <a:r>
              <a:rPr lang="pt-BR" sz="2200" dirty="0"/>
              <a:t>Relacionamentos – são as arestas</a:t>
            </a:r>
          </a:p>
          <a:p>
            <a:pPr lvl="2"/>
            <a:r>
              <a:rPr lang="pt-BR" sz="2200" dirty="0"/>
              <a:t>Propriedades – são os atributos</a:t>
            </a:r>
          </a:p>
          <a:p>
            <a:pPr marL="830492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Bancos desse padrão: Neo4J, </a:t>
            </a:r>
            <a:r>
              <a:rPr lang="pt-BR" sz="2400" dirty="0" err="1"/>
              <a:t>Infinite</a:t>
            </a:r>
            <a:r>
              <a:rPr lang="pt-BR" sz="2400" dirty="0"/>
              <a:t> </a:t>
            </a:r>
            <a:r>
              <a:rPr lang="pt-BR" sz="2400" dirty="0" err="1"/>
              <a:t>Graph</a:t>
            </a:r>
            <a:r>
              <a:rPr lang="pt-BR" sz="2400" dirty="0"/>
              <a:t>, </a:t>
            </a:r>
            <a:r>
              <a:rPr lang="pt-BR" sz="2400" dirty="0" err="1"/>
              <a:t>InforGrid</a:t>
            </a:r>
            <a:r>
              <a:rPr lang="pt-BR" sz="2400" dirty="0"/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06768-2A70-4573-82EF-F3FAA72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Bancos não relacionais - tipos</a:t>
            </a:r>
          </a:p>
        </p:txBody>
      </p:sp>
    </p:spTree>
    <p:extLst>
      <p:ext uri="{BB962C8B-B14F-4D97-AF65-F5344CB8AC3E}">
        <p14:creationId xmlns:p14="http://schemas.microsoft.com/office/powerpoint/2010/main" val="134568041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</TotalTime>
  <Words>686</Words>
  <Application>Microsoft Macintosh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1_Tema do Office</vt:lpstr>
      <vt:lpstr>Apresentação do PowerPoint</vt:lpstr>
      <vt:lpstr>Conteúdo</vt:lpstr>
      <vt:lpstr>Bancos relacionais</vt:lpstr>
      <vt:lpstr>Bancos não relacionais</vt:lpstr>
      <vt:lpstr>Bancos não relacionais</vt:lpstr>
      <vt:lpstr>Bancos não relacionais</vt:lpstr>
      <vt:lpstr>Bancos não relacionais - tipos</vt:lpstr>
      <vt:lpstr>Bancos não relacionais - tipos</vt:lpstr>
      <vt:lpstr>Bancos não relacionais - tipos</vt:lpstr>
      <vt:lpstr>Bancos não relacionais - tipos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18</cp:revision>
  <dcterms:created xsi:type="dcterms:W3CDTF">2019-06-26T14:54:25Z</dcterms:created>
  <dcterms:modified xsi:type="dcterms:W3CDTF">2025-02-06T11:41:57Z</dcterms:modified>
</cp:coreProperties>
</file>